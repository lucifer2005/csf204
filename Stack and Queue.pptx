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33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3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28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01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0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3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0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0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A919-C689-473E-A9AC-53A0A0E4944B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F4F10-8C48-4B77-A513-E53D4527F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2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pp-program-to-reverse-a-string-using-stack/?ref=lbp" TargetMode="External"/><Relationship Id="rId7" Type="http://schemas.openxmlformats.org/officeDocument/2006/relationships/hyperlink" Target="https://www.geeksforgeeks.org/check-for-balanced-parentheses-in-an-expression/?ref=lbp" TargetMode="External"/><Relationship Id="rId2" Type="http://schemas.openxmlformats.org/officeDocument/2006/relationships/hyperlink" Target="https://www.geeksforgeeks.org/implement-a-stack-using-singly-linked-list/?ref=lb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refix-postfix-conversion/?ref=lbp" TargetMode="External"/><Relationship Id="rId5" Type="http://schemas.openxmlformats.org/officeDocument/2006/relationships/hyperlink" Target="https://www.geeksforgeeks.org/prefix-infix-conversion/?ref=lbp" TargetMode="External"/><Relationship Id="rId4" Type="http://schemas.openxmlformats.org/officeDocument/2006/relationships/hyperlink" Target="https://www.geeksforgeeks.org/convert-infix-expression-to-postfix-expression/?ref=lb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riority-queue-set-1-introduction/" TargetMode="External"/><Relationship Id="rId2" Type="http://schemas.openxmlformats.org/officeDocument/2006/relationships/hyperlink" Target="https://www.geeksforgeeks.org/queue-linked-list-implementation/?ref=lb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Course-Code: CSF204</a:t>
            </a:r>
            <a:br>
              <a:rPr lang="en-US" sz="4000" dirty="0" smtClean="0"/>
            </a:br>
            <a:r>
              <a:rPr lang="en-US" sz="4000" dirty="0" smtClean="0"/>
              <a:t>Stack and Queue</a:t>
            </a:r>
            <a:br>
              <a:rPr lang="en-US" sz="4000" dirty="0" smtClean="0"/>
            </a:br>
            <a:r>
              <a:rPr lang="en-US" sz="4000" dirty="0" smtClean="0"/>
              <a:t>Unit-4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0754" y="4464186"/>
            <a:ext cx="2290354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 smtClean="0"/>
              <a:t>Presented By:</a:t>
            </a:r>
          </a:p>
          <a:p>
            <a:pPr algn="l"/>
            <a:r>
              <a:rPr lang="en-US" dirty="0" err="1" smtClean="0"/>
              <a:t>Jitesh</a:t>
            </a:r>
            <a:r>
              <a:rPr lang="en-US" dirty="0" smtClean="0"/>
              <a:t> Kumar Bhatia</a:t>
            </a:r>
          </a:p>
          <a:p>
            <a:pPr algn="l"/>
            <a:r>
              <a:rPr lang="en-US" dirty="0" smtClean="0"/>
              <a:t>Course Mentor,</a:t>
            </a:r>
          </a:p>
          <a:p>
            <a:pPr algn="l"/>
            <a:r>
              <a:rPr lang="en-US" dirty="0" smtClean="0"/>
              <a:t>Geeks For Geeks,</a:t>
            </a:r>
          </a:p>
          <a:p>
            <a:pPr algn="l"/>
            <a:r>
              <a:rPr lang="en-US" dirty="0" smtClean="0"/>
              <a:t>Noida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07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Stack</a:t>
            </a:r>
            <a:r>
              <a:rPr lang="en-US" dirty="0" smtClean="0"/>
              <a:t> </a:t>
            </a:r>
            <a:r>
              <a:rPr lang="en-US" dirty="0" smtClean="0"/>
              <a:t>(Questions for Practice)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7"/>
            <a:ext cx="10515600" cy="51841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1600" dirty="0">
                <a:hlinkClick r:id="rId2"/>
              </a:rPr>
              <a:t>https://www.geeksforgeeks.org/implement-a-stack-using-singly-linked-list/?</a:t>
            </a:r>
            <a:r>
              <a:rPr lang="en-US" sz="1600" dirty="0" smtClean="0">
                <a:hlinkClick r:id="rId2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3"/>
              </a:rPr>
              <a:t>https://www.geeksforgeeks.org/cpp-program-to-reverse-a-string-using-stack/?</a:t>
            </a:r>
            <a:r>
              <a:rPr lang="en-US" sz="1600" dirty="0" smtClean="0">
                <a:hlinkClick r:id="rId3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4"/>
              </a:rPr>
              <a:t>https://www.geeksforgeeks.org/convert-infix-expression-to-postfix-expression/?</a:t>
            </a:r>
            <a:r>
              <a:rPr lang="en-US" sz="1600" dirty="0" smtClean="0">
                <a:hlinkClick r:id="rId4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5"/>
              </a:rPr>
              <a:t>https://www.geeksforgeeks.org/prefix-infix-conversion/?</a:t>
            </a:r>
            <a:r>
              <a:rPr lang="en-US" sz="1600" dirty="0" smtClean="0">
                <a:hlinkClick r:id="rId5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6"/>
              </a:rPr>
              <a:t>https://www.geeksforgeeks.org/prefix-postfix-conversion/?</a:t>
            </a:r>
            <a:r>
              <a:rPr lang="en-US" sz="1600" dirty="0" smtClean="0">
                <a:hlinkClick r:id="rId6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7"/>
              </a:rPr>
              <a:t>https://www.geeksforgeeks.org/check-for-balanced-parentheses-in-an-expression/?</a:t>
            </a:r>
            <a:r>
              <a:rPr lang="en-US" sz="1600" dirty="0" smtClean="0">
                <a:hlinkClick r:id="rId7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endParaRPr lang="en-US" sz="1600" dirty="0" smtClean="0"/>
          </a:p>
          <a:p>
            <a:pPr marL="514350" indent="-514350">
              <a:buAutoNum type="arabicPeriod"/>
            </a:pPr>
            <a:endParaRPr lang="en-US" sz="1600" dirty="0" smtClean="0"/>
          </a:p>
          <a:p>
            <a:pPr marL="514350" indent="-514350"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0495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Queue</a:t>
            </a:r>
            <a:r>
              <a:rPr lang="en-US" dirty="0" smtClean="0"/>
              <a:t> </a:t>
            </a:r>
            <a:r>
              <a:rPr lang="en-US" dirty="0" smtClean="0"/>
              <a:t>(Questions for Practice)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7"/>
            <a:ext cx="10515600" cy="518418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1600" dirty="0" smtClean="0">
                <a:hlinkClick r:id="rId2"/>
              </a:rPr>
              <a:t>https</a:t>
            </a:r>
            <a:r>
              <a:rPr lang="en-US" sz="1600" dirty="0">
                <a:hlinkClick r:id="rId2"/>
              </a:rPr>
              <a:t>://www.geeksforgeeks.org/queue-linked-list-implementation/?</a:t>
            </a:r>
            <a:r>
              <a:rPr lang="en-US" sz="1600" dirty="0" smtClean="0">
                <a:hlinkClick r:id="rId2"/>
              </a:rPr>
              <a:t>ref=lbp</a:t>
            </a:r>
            <a:endParaRPr lang="en-US" sz="1600" dirty="0" smtClean="0"/>
          </a:p>
          <a:p>
            <a:pPr marL="514350" indent="-514350">
              <a:buAutoNum type="arabicPeriod"/>
            </a:pPr>
            <a:r>
              <a:rPr lang="en-US" sz="1600" dirty="0">
                <a:hlinkClick r:id="rId3"/>
              </a:rPr>
              <a:t>https://www.geeksforgeeks.org/priority-queue-set-1-introduction</a:t>
            </a:r>
            <a:r>
              <a:rPr lang="en-US" sz="1600" dirty="0" smtClean="0">
                <a:hlinkClick r:id="rId3"/>
              </a:rPr>
              <a:t>/</a:t>
            </a:r>
            <a:endParaRPr lang="en-US" sz="1600" dirty="0" smtClean="0"/>
          </a:p>
          <a:p>
            <a:pPr marL="514350" indent="-514350">
              <a:buAutoNum type="arabicPeriod"/>
            </a:pPr>
            <a:endParaRPr lang="en-US" sz="1600" dirty="0" smtClean="0"/>
          </a:p>
          <a:p>
            <a:pPr marL="514350" indent="-514350"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4481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68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Course-Code: CSF204 Stack and Queue Unit-4</vt:lpstr>
      <vt:lpstr>Stack (Questions for Practice)</vt:lpstr>
      <vt:lpstr>Queue (Questions for Practice)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Course-Code: CSF204 Imperative Competitive Coding Techniques Unit-1</dc:title>
  <dc:creator>Dell</dc:creator>
  <cp:lastModifiedBy>Dell</cp:lastModifiedBy>
  <cp:revision>8</cp:revision>
  <dcterms:created xsi:type="dcterms:W3CDTF">2025-01-10T05:52:55Z</dcterms:created>
  <dcterms:modified xsi:type="dcterms:W3CDTF">2025-01-10T07:11:01Z</dcterms:modified>
</cp:coreProperties>
</file>